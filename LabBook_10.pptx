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95" r:id="rId3"/>
    <p:sldId id="290" r:id="rId4"/>
    <p:sldId id="292" r:id="rId5"/>
    <p:sldId id="297" r:id="rId6"/>
    <p:sldId id="293" r:id="rId7"/>
    <p:sldId id="288" r:id="rId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83" d="100"/>
          <a:sy n="83" d="100"/>
        </p:scale>
        <p:origin x="1123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03/03/2026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03/03/2026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../media/image12.pn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A5ECC9-91D2-2918-1681-822F99EB31CD}"/>
              </a:ext>
            </a:extLst>
          </p:cNvPr>
          <p:cNvSpPr txBox="1"/>
          <p:nvPr/>
        </p:nvSpPr>
        <p:spPr>
          <a:xfrm>
            <a:off x="1079403" y="2709096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grid_resolution</a:t>
            </a:r>
            <a:r>
              <a:rPr lang="en-US" dirty="0"/>
              <a:t> plot here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determine above which grid value the effective index calculation does not change significantly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C94B57-6111-4070-F6BA-8C3B9C305618}"/>
              </a:ext>
            </a:extLst>
          </p:cNvPr>
          <p:cNvSpPr txBox="1"/>
          <p:nvPr/>
        </p:nvSpPr>
        <p:spPr>
          <a:xfrm>
            <a:off x="6792815" y="2698951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max_grid_scaling</a:t>
            </a:r>
            <a:r>
              <a:rPr lang="en-US" dirty="0"/>
              <a:t> plot here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3B8B484-C556-BA90-FDD3-7B5571C4C5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527" y="1462355"/>
            <a:ext cx="5812374" cy="316182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1E23C9E-53C7-5B9F-A370-894221BF90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0010" y="1462355"/>
            <a:ext cx="5959857" cy="3212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F4EB84E-6C9F-7354-8A57-423659699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0" y="1352464"/>
            <a:ext cx="5905500" cy="3437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A151698-727C-8583-9AE5-D6B9E8F5C7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10262" y="1411368"/>
            <a:ext cx="6205538" cy="3411231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1EC07EE-FA51-FF37-4903-6D50F621B2F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4060" y="1421304"/>
            <a:ext cx="5734671" cy="3152392"/>
          </a:xfrm>
          <a:prstGeom prst="rect">
            <a:avLst/>
          </a:prstGeom>
        </p:spPr>
      </p:pic>
      <p:pic>
        <p:nvPicPr>
          <p:cNvPr id="14" name="Imagen 13" descr="Texto&#10;&#10;El contenido generado por IA puede ser incorrecto.">
            <a:extLst>
              <a:ext uri="{FF2B5EF4-FFF2-40B4-BE49-F238E27FC236}">
                <a16:creationId xmlns:a16="http://schemas.microsoft.com/office/drawing/2014/main" id="{EEEE56E1-E96D-FA9B-236F-706EBBC5D90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5793" y="2450296"/>
            <a:ext cx="5448300" cy="3619500"/>
          </a:xfrm>
          <a:prstGeom prst="rect">
            <a:avLst/>
          </a:prstGeom>
        </p:spPr>
      </p:pic>
      <p:pic>
        <p:nvPicPr>
          <p:cNvPr id="17" name="Imagen 16" descr="Texto&#10;&#10;El contenido generado por IA puede ser incorrecto.">
            <a:extLst>
              <a:ext uri="{FF2B5EF4-FFF2-40B4-BE49-F238E27FC236}">
                <a16:creationId xmlns:a16="http://schemas.microsoft.com/office/drawing/2014/main" id="{AA956FA2-AD7C-EFF5-F77A-91C4C873015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90464" y="2168683"/>
            <a:ext cx="6000750" cy="3705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3200400" y="2911778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D7907C8-6A27-1661-C069-D232C39152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126" y="1515088"/>
            <a:ext cx="4234873" cy="324935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3D0F65A-D8AC-F33D-7700-5710875E14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9932" y="1243627"/>
            <a:ext cx="4234873" cy="3299430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AC3A4C9A-F8AC-9BD8-BC33-202373CF7FF7}"/>
              </a:ext>
            </a:extLst>
          </p:cNvPr>
          <p:cNvSpPr txBox="1"/>
          <p:nvPr/>
        </p:nvSpPr>
        <p:spPr>
          <a:xfrm>
            <a:off x="3048000" y="2514600"/>
            <a:ext cx="1752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Safe</a:t>
            </a:r>
            <a:r>
              <a:rPr lang="es-ES" dirty="0"/>
              <a:t> </a:t>
            </a:r>
            <a:r>
              <a:rPr lang="es-ES" dirty="0" err="1"/>
              <a:t>radius</a:t>
            </a:r>
            <a:r>
              <a:rPr lang="es-ES" dirty="0"/>
              <a:t> : 75 -&gt; analizando que se ve que se estabiliza el índice a partir de </a:t>
            </a:r>
            <a:r>
              <a:rPr lang="es-ES" dirty="0" err="1"/>
              <a:t>ahi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584BE9C-4E02-1C5F-1A13-31EB6FE7F6CE}"/>
              </a:ext>
            </a:extLst>
          </p:cNvPr>
          <p:cNvSpPr txBox="1"/>
          <p:nvPr/>
        </p:nvSpPr>
        <p:spPr>
          <a:xfrm>
            <a:off x="7772400" y="2209800"/>
            <a:ext cx="2169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Safe</a:t>
            </a:r>
            <a:r>
              <a:rPr lang="es-ES" dirty="0"/>
              <a:t> </a:t>
            </a:r>
            <a:r>
              <a:rPr lang="es-ES" dirty="0" err="1"/>
              <a:t>radius</a:t>
            </a:r>
            <a:r>
              <a:rPr lang="es-ES" dirty="0"/>
              <a:t>: 50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909</TotalTime>
  <Words>418</Words>
  <Application>Microsoft Office PowerPoint</Application>
  <PresentationFormat>Panorámica</PresentationFormat>
  <Paragraphs>86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Maria Romero Garcia</cp:lastModifiedBy>
  <cp:revision>11</cp:revision>
  <dcterms:created xsi:type="dcterms:W3CDTF">2025-01-27T02:46:57Z</dcterms:created>
  <dcterms:modified xsi:type="dcterms:W3CDTF">2026-03-03T18:48:00Z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