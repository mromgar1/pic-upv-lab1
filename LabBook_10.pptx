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3" d="100"/>
          <a:sy n="83" d="100"/>
        </p:scale>
        <p:origin x="1123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3B8B484-C556-BA90-FDD3-7B5571C4C5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527" y="1462355"/>
            <a:ext cx="5812374" cy="316182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1E23C9E-53C7-5B9F-A370-894221BF90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0010" y="1462355"/>
            <a:ext cx="5959857" cy="3212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F4EB84E-6C9F-7354-8A57-423659699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1352464"/>
            <a:ext cx="5905500" cy="343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833</TotalTime>
  <Words>396</Words>
  <Application>Microsoft Office PowerPoint</Application>
  <PresentationFormat>Panorámica</PresentationFormat>
  <Paragraphs>84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Maria Romero Garcia</cp:lastModifiedBy>
  <cp:revision>9</cp:revision>
  <dcterms:created xsi:type="dcterms:W3CDTF">2025-01-27T02:46:57Z</dcterms:created>
  <dcterms:modified xsi:type="dcterms:W3CDTF">2026-02-16T14:50:23Z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