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3B8B484-C556-BA90-FDD3-7B5571C4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27" y="1462355"/>
            <a:ext cx="5812374" cy="31618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E23C9E-53C7-5B9F-A370-894221BF9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0010" y="1462355"/>
            <a:ext cx="5959857" cy="3212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4EB84E-6C9F-7354-8A57-42365969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1352464"/>
            <a:ext cx="5905500" cy="343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A151698-727C-8583-9AE5-D6B9E8F5C7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0262" y="1411368"/>
            <a:ext cx="6205538" cy="3411231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1EC07EE-FA51-FF37-4903-6D50F621B2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060" y="1421304"/>
            <a:ext cx="5734671" cy="3152392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EEEE56E1-E96D-FA9B-236F-706EBBC5D90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793" y="2450296"/>
            <a:ext cx="5448300" cy="3619500"/>
          </a:xfrm>
          <a:prstGeom prst="rect">
            <a:avLst/>
          </a:prstGeom>
        </p:spPr>
      </p:pic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AA956FA2-AD7C-EFF5-F77A-91C4C87301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464" y="2168683"/>
            <a:ext cx="6000750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843</TotalTime>
  <Words>396</Words>
  <Application>Microsoft Office PowerPoint</Application>
  <PresentationFormat>Panorámica</PresentationFormat>
  <Paragraphs>84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Romero Garcia</cp:lastModifiedBy>
  <cp:revision>10</cp:revision>
  <dcterms:created xsi:type="dcterms:W3CDTF">2025-01-27T02:46:57Z</dcterms:created>
  <dcterms:modified xsi:type="dcterms:W3CDTF">2026-02-16T17:30:32Z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