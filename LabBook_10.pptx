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7" r:id="rId6"/>
    <p:sldId id="293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3" d="100"/>
          <a:sy n="83" d="100"/>
        </p:scale>
        <p:origin x="1123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../media/image12.pn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3B8B484-C556-BA90-FDD3-7B5571C4C5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527" y="1462355"/>
            <a:ext cx="5812374" cy="316182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1E23C9E-53C7-5B9F-A370-894221BF90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0010" y="1462355"/>
            <a:ext cx="5959857" cy="3212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F4EB84E-6C9F-7354-8A57-423659699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0" y="1352464"/>
            <a:ext cx="5905500" cy="3437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A151698-727C-8583-9AE5-D6B9E8F5C7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10262" y="1411368"/>
            <a:ext cx="6205538" cy="3411231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1EC07EE-FA51-FF37-4903-6D50F621B2F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4060" y="1421304"/>
            <a:ext cx="5734671" cy="3152392"/>
          </a:xfrm>
          <a:prstGeom prst="rect">
            <a:avLst/>
          </a:prstGeom>
        </p:spPr>
      </p:pic>
      <p:pic>
        <p:nvPicPr>
          <p:cNvPr id="14" name="Imagen 13" descr="Texto&#10;&#10;El contenido generado por IA puede ser incorrecto.">
            <a:extLst>
              <a:ext uri="{FF2B5EF4-FFF2-40B4-BE49-F238E27FC236}">
                <a16:creationId xmlns:a16="http://schemas.microsoft.com/office/drawing/2014/main" id="{EEEE56E1-E96D-FA9B-236F-706EBBC5D90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5793" y="2450296"/>
            <a:ext cx="5448300" cy="3619500"/>
          </a:xfrm>
          <a:prstGeom prst="rect">
            <a:avLst/>
          </a:prstGeom>
        </p:spPr>
      </p:pic>
      <p:pic>
        <p:nvPicPr>
          <p:cNvPr id="17" name="Imagen 16" descr="Texto&#10;&#10;El contenido generado por IA puede ser incorrecto.">
            <a:extLst>
              <a:ext uri="{FF2B5EF4-FFF2-40B4-BE49-F238E27FC236}">
                <a16:creationId xmlns:a16="http://schemas.microsoft.com/office/drawing/2014/main" id="{AA956FA2-AD7C-EFF5-F77A-91C4C873015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90464" y="2168683"/>
            <a:ext cx="6000750" cy="3705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836</TotalTime>
  <Words>396</Words>
  <Application>Microsoft Office PowerPoint</Application>
  <PresentationFormat>Panorámica</PresentationFormat>
  <Paragraphs>84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Maria Romero Garcia</cp:lastModifiedBy>
  <cp:revision>10</cp:revision>
  <dcterms:created xsi:type="dcterms:W3CDTF">2025-01-27T02:46:57Z</dcterms:created>
  <dcterms:modified xsi:type="dcterms:W3CDTF">2026-02-16T17:08:25Z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